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67" r:id="rId6"/>
    <p:sldId id="259" r:id="rId7"/>
    <p:sldId id="260" r:id="rId8"/>
    <p:sldId id="262" r:id="rId9"/>
    <p:sldId id="261" r:id="rId10"/>
    <p:sldId id="263" r:id="rId11"/>
    <p:sldId id="264" r:id="rId12"/>
    <p:sldId id="265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FBEA6-B8C3-C7D5-0DFB-24A678BC8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58D19-20ED-EFE6-0FDB-6464FC68D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EC739-6240-42D7-A294-7E2424FF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826CF-C2A8-6B20-C59B-9F589C8C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257BB-29FB-383D-927A-434C4F26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97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4E79-C309-58DC-3AC8-625304E7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031CF-CA33-734D-E6DF-4DB3636FE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BF081-0581-5E8B-F935-1C74B774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365D4-CDB9-663E-C48C-9B3C7D71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4166E-CBD3-BB98-7673-1BABDF96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5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B100-3DAC-A298-01AD-19C5146CC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9D6DD-7884-EE6F-99A5-3B03DA3D8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63610-6D23-75BE-493C-65720E5E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D681-77C1-7909-0C12-8E37A8B9C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36B0E-EF0C-11A9-A093-A00EAD57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0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537E-19F3-F5E4-0D4F-3B16F70C9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32FF5-709D-50D4-421D-93BF90EA4C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EF5BB-7756-002E-B11A-20F03E98D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91093-0162-FE2F-7364-7B003D16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410CA-A2E5-C27E-6735-804BFF11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85896-630D-0577-137B-7F99C111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6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937F8-77BA-7B9C-821B-730A1F68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B55B0-0B5F-BA39-325F-9CA8EC2FD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9DCED-EC50-E63D-E997-5DE569C16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AED2C-C381-5C73-6F9E-A5E85A217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4AF83-F616-2147-A1AA-A9471100D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32514-7A86-90D6-EEF6-ADDF77EE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AA12C1-C722-4FF5-94D8-3B7C3DFE0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734C2B-9AC5-1DCD-9166-EF8E6BC3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7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4691F-F9FB-0860-BFB0-9917FE56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E70EC7-1610-B7D9-3A50-C91F412B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FD8C7-7E1F-C6CC-B4A1-3D93BE66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297ED-FC79-80E6-BCBD-0C70C642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9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77033F-3E86-FB46-2F59-589E6B62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84313-6777-D8F9-2984-76D249FC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82F39-D1D6-878F-D6A0-BD31573C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2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52C7-F2CF-1111-191F-C4B51FE8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B5CCA-FBE0-3C01-D162-9A030988D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A06F1-0B93-C393-7715-EA3A9D853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DEEEB-8EFB-7E05-63B8-B0F520CB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59AF5-71F6-5912-68C2-280D818A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C22DB-6243-8A6E-C3E0-730A83DB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7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7906-A0DC-E791-AAE4-A31CA155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7A661C-C365-2BF6-2422-5CACA1301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7C481-5946-6B56-2070-0797D8149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DDD03-D31E-E797-DA50-E0B65537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FD6FC-6802-047E-6C1F-0E9FE1308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85F37-5F0B-B1F5-FC90-D5FB5A589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5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733F-D808-B728-CB0B-DE502805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A61AC-AF51-F7D5-1B87-AD9318D10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29B3A-829B-9BE7-9DCC-6BEE094CA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BE56A-91CD-8C5E-5167-06AC1383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748D5-6BAA-1B81-C322-5CFA84BCD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88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25756-7610-51F3-B2DE-91CFE787A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8235-685E-190E-8C3B-55E863DB0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C188C-1724-EBED-6565-F30D6D026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D718D-598A-7E1B-3892-3BB60A07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A7C-54CE-F432-042F-DCBC339E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8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2B1A6-0FE8-2022-E3D3-66F71BF9B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80F66-F9BC-F2D0-9A04-AD3A42F44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5E5A4-3E29-0EBA-41ED-3BE8B7042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02F6A-74FD-44F2-93CD-88FF7413453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09951-888A-6643-B12A-37120C1F1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BF22-49AC-119B-2F69-6934F6CCF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23627-0E2F-4590-AD7B-350ACACCD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76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104D-31FF-0E09-191D-09C92B52F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B4302-49A4-B89B-4B05-26466EE930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DBE1EE-6D7A-02F9-E076-BAC769482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3"/>
            <a:ext cx="12192000" cy="684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438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BF5E-2AE3-052E-01BC-B9E085A21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C0B04-5701-650F-92AC-FCD82E39D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7743D-3A0F-DF4D-4C6D-D6BBAFBAC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3"/>
            <a:ext cx="12192000" cy="684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40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6995-B9A4-744E-2A49-442BC3FE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C3BFA-B8EA-B32B-5C88-FA2DE7A94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8BA1E18-C3EC-6BDF-7712-B5D4D90AC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1E8C-5DF1-C4E6-5A3E-33077919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180C0-7F34-C78C-72C8-D72DCB710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E61987-7308-31C4-1F4E-E7DFCDC59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52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526F-9443-0D6C-E682-2EE120389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A5C73B-D14C-4860-8579-D4C96DF3B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73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0D1E9-2FFD-F99B-F52C-019A8E8C1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AE6C7-4CEE-CD12-3305-67B6FE298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8E74363-51D5-C33B-9B20-8D1CFF9ED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0" r="6106"/>
          <a:stretch>
            <a:fillRect/>
          </a:stretch>
        </p:blipFill>
        <p:spPr>
          <a:xfrm>
            <a:off x="21801" y="0"/>
            <a:ext cx="12148397" cy="778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2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5354E-2B2B-E9EC-EDEB-BC8DA5B52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87FFF-10B6-C8DB-0499-7659ED97F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CA9BE9-4B56-6664-01F3-92C48D86E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22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3D18-8F07-032D-13BB-D0B1D282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B8D19-2B9C-ACA2-081B-FB66E33EE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E98F55-C882-8E4E-E84C-FE70B06AB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" b="-22"/>
          <a:stretch>
            <a:fillRect/>
          </a:stretch>
        </p:blipFill>
        <p:spPr>
          <a:xfrm>
            <a:off x="0" y="4713"/>
            <a:ext cx="12192000" cy="685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5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3715C-96D8-3EBA-934F-D1476CA2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A9C4A-E28B-D95C-FCDE-6F7A3C196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D0F002-FB8E-555A-734B-B340712FC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" r="3339"/>
          <a:stretch>
            <a:fillRect/>
          </a:stretch>
        </p:blipFill>
        <p:spPr>
          <a:xfrm>
            <a:off x="42203" y="9427"/>
            <a:ext cx="11366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209C-5DDA-FF50-BF85-37AB536A8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06966-5722-0019-0EA3-979673F65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69B15A-D6C6-0830-4BEA-7C604B26F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94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72854-DC50-FD31-6839-FB00C0814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FCCE5-EAE5-72A0-7AA8-55F30CA77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AB6AAB-530E-6293-0274-2DEA163CE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" r="6134"/>
          <a:stretch>
            <a:fillRect/>
          </a:stretch>
        </p:blipFill>
        <p:spPr>
          <a:xfrm>
            <a:off x="0" y="-1"/>
            <a:ext cx="12192000" cy="780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67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151F-158D-12CB-5003-57908717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A09172-8310-08D0-E50C-6B80723F7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24E48D-509F-4338-77C9-3E6D05DFB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4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530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A1CB2-B74A-26CD-4F1C-F9CA65266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C13B2-A04A-8D90-6F46-9062DC176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9BD36-1E3E-5642-C92F-0ABA046AE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544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9B7A-4373-B3F7-66F6-1A47B5020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549B7-324F-B160-D416-BF939FED0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90E28A-3287-4AD8-2B98-7CFDF9FDB2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8" r="3196"/>
          <a:stretch>
            <a:fillRect/>
          </a:stretch>
        </p:blipFill>
        <p:spPr>
          <a:xfrm>
            <a:off x="-24353" y="0"/>
            <a:ext cx="12216353" cy="736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1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NINJBADGAR Tsogtbayar</dc:creator>
  <cp:lastModifiedBy>NINJBADGAR Tsogtbayar</cp:lastModifiedBy>
  <cp:revision>10</cp:revision>
  <dcterms:created xsi:type="dcterms:W3CDTF">2026-03-26T12:39:45Z</dcterms:created>
  <dcterms:modified xsi:type="dcterms:W3CDTF">2026-03-27T04:13:22Z</dcterms:modified>
</cp:coreProperties>
</file>